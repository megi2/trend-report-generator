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60" r:id="rId1"/>
  </p:sldMasterIdLst>
  <p:notesMasterIdLst>
    <p:notesMasterId r:id="rId8"/>
  </p:notesMasterIdLst>
  <p:sldIdLst>
    <p:sldId id="258" r:id="rId2"/>
    <p:sldId id="259" r:id="rId3"/>
    <p:sldId id="260" r:id="rId4"/>
    <p:sldId id="261" r:id="rId5"/>
    <p:sldId id="263" r:id="rId6"/>
    <p:sldId id="262" r:id="rId7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D8DD"/>
    <a:srgbClr val="E9D1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84" d="100"/>
          <a:sy n="84" d="100"/>
        </p:scale>
        <p:origin x="35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5CDB58-268E-3A44-AA08-B1D4513E02A0}" type="datetimeFigureOut">
              <a:rPr kumimoji="1" lang="ko-KR" altLang="en-US" smtClean="0"/>
              <a:t>2025. 11. 13.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DB6AFD-9ECA-F74E-A7DC-60C28F47899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71542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7462B-666A-5448-B324-A93AC6F5F496}" type="slidenum">
              <a:rPr kumimoji="1" lang="ko-KR" altLang="en-US" smtClean="0"/>
              <a:t>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385547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DB6AFD-9ECA-F74E-A7DC-60C28F47899B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175068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A4FB3-E001-AEF3-D82D-78019F180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3F14D9B-D2DE-CFC8-40D8-C1E1478A59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0898001-D701-62E8-FA49-27C4FEDA9E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4C4AF6-7AC5-EFA5-F492-295147BB60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DB6AFD-9ECA-F74E-A7DC-60C28F47899B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184322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0A7D5-037B-BD25-43DB-33877C91E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C946D1-74C1-40BD-3B2B-2B8AAE2030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57B86D5-BFF0-5820-63ED-9AB1636F77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A750C1-C960-4812-6AB2-93FD225E46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DB6AFD-9ECA-F74E-A7DC-60C28F47899B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02059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94915-B0B0-C24B-ADB9-FBDC91CA6318}" type="datetime1">
              <a:rPr kumimoji="1" lang="ko-KR" altLang="en-US" smtClean="0"/>
              <a:t>2025. 11. 13.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B195F-03BA-C749-AF34-26BDF452CFF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77644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5BE63-E0E5-094D-A41D-AEBD61B0792E}" type="datetime1">
              <a:rPr kumimoji="1" lang="ko-KR" altLang="en-US" smtClean="0"/>
              <a:t>2025. 11. 13.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B195F-03BA-C749-AF34-26BDF452CFF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7303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6A242-5867-F549-BE85-1BC8DCFF29F1}" type="datetime1">
              <a:rPr kumimoji="1" lang="ko-KR" altLang="en-US" smtClean="0"/>
              <a:t>2025. 11. 13.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B195F-03BA-C749-AF34-26BDF452CFF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15105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FD547-C91D-B24D-BBAF-8887F31409E4}" type="datetime1">
              <a:rPr kumimoji="1" lang="ko-KR" altLang="en-US" smtClean="0"/>
              <a:t>2025. 11. 13.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B195F-03BA-C749-AF34-26BDF452CFF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79156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07CDB-878E-4F4C-BA37-C919B8D96BD5}" type="datetime1">
              <a:rPr kumimoji="1" lang="ko-KR" altLang="en-US" smtClean="0"/>
              <a:t>2025. 11. 13.</a:t>
            </a:fld>
            <a:endParaRPr kumimoji="1"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B195F-03BA-C749-AF34-26BDF452CFF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74571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422F7-E4DC-674C-9C4F-276B8E658E1C}" type="datetime1">
              <a:rPr kumimoji="1" lang="ko-KR" altLang="en-US" smtClean="0"/>
              <a:t>2025. 11. 13.</a:t>
            </a:fld>
            <a:endParaRPr kumimoji="1"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B195F-03BA-C749-AF34-26BDF452CFF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58006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F3B55-6393-B545-AC52-EDF62652B91D}" type="datetime1">
              <a:rPr kumimoji="1" lang="ko-KR" altLang="en-US" smtClean="0"/>
              <a:t>2025. 11. 13.</a:t>
            </a:fld>
            <a:endParaRPr kumimoji="1"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B195F-03BA-C749-AF34-26BDF452CFF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55217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D63EF-876E-3B44-8298-663BAE499CA8}" type="datetime1">
              <a:rPr kumimoji="1" lang="ko-KR" altLang="en-US" smtClean="0"/>
              <a:t>2025. 11. 13.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B195F-03BA-C749-AF34-26BDF452CFF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75145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D04F5-A6C9-A640-A398-D901B3470055}" type="datetime1">
              <a:rPr kumimoji="1" lang="ko-KR" altLang="en-US" smtClean="0"/>
              <a:t>2025. 11. 13.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B195F-03BA-C749-AF34-26BDF452CFF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05009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9F8D5-CA4E-2B47-87AA-893F0D851CCD}" type="datetime1">
              <a:rPr kumimoji="1" lang="ko-KR" altLang="en-US" smtClean="0"/>
              <a:t>2025. 11. 13.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B195F-03BA-C749-AF34-26BDF452CFF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83073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CB68F-A2D0-1B4A-8E5D-CAB6B1B056A8}" type="datetime1">
              <a:rPr kumimoji="1" lang="ko-KR" altLang="en-US" smtClean="0"/>
              <a:t>2025. 11. 13.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B195F-03BA-C749-AF34-26BDF452CFF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90991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24CCD8-D544-8742-B4EF-C513C6B12AF9}" type="datetime1">
              <a:rPr kumimoji="1" lang="ko-KR" altLang="en-US" smtClean="0"/>
              <a:t>2025. 11. 13.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AB195F-03BA-C749-AF34-26BDF452CFF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76689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8000" r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그래픽, 폰트, 그래픽 디자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732B64A-FDA3-0440-A4EF-3D5F0B9904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711440"/>
            <a:ext cx="2605075" cy="25933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D1573C8-26A7-0208-76ED-9D6A5E948BB4}"/>
              </a:ext>
            </a:extLst>
          </p:cNvPr>
          <p:cNvSpPr txBox="1"/>
          <p:nvPr/>
        </p:nvSpPr>
        <p:spPr>
          <a:xfrm>
            <a:off x="235130" y="8033657"/>
            <a:ext cx="3485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3200" b="1" dirty="0">
                <a:solidFill>
                  <a:schemeClr val="bg1"/>
                </a:solidFill>
                <a:latin typeface="Kai" pitchFamily="2" charset="-122"/>
              </a:rPr>
              <a:t>{{TITLE_AREA}}</a:t>
            </a:r>
            <a:endParaRPr kumimoji="1" lang="ko-KR" altLang="en-US" sz="3200" b="1" dirty="0">
              <a:solidFill>
                <a:schemeClr val="bg1"/>
              </a:solidFill>
              <a:latin typeface="Kai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11569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CB967F-1C85-6D68-1B87-2655EE9C8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B195F-03BA-C749-AF34-26BDF452CFF6}" type="slidenum">
              <a:rPr kumimoji="1" lang="ko-KR" altLang="en-US" smtClean="0"/>
              <a:t>1</a:t>
            </a:fld>
            <a:endParaRPr kumimoji="1" lang="ko-KR" altLang="en-US"/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A13E3647-BF26-8F98-37C3-4BFF16B5331E}"/>
              </a:ext>
            </a:extLst>
          </p:cNvPr>
          <p:cNvSpPr/>
          <p:nvPr/>
        </p:nvSpPr>
        <p:spPr>
          <a:xfrm>
            <a:off x="857250" y="4820003"/>
            <a:ext cx="5143500" cy="3861824"/>
          </a:xfrm>
          <a:prstGeom prst="roundRect">
            <a:avLst>
              <a:gd name="adj" fmla="val 6012"/>
            </a:avLst>
          </a:prstGeom>
          <a:solidFill>
            <a:srgbClr val="F7D8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17D7FCB1-34E1-0DAD-D3F7-F9996364AA5D}"/>
              </a:ext>
            </a:extLst>
          </p:cNvPr>
          <p:cNvSpPr txBox="1">
            <a:spLocks/>
          </p:cNvSpPr>
          <p:nvPr/>
        </p:nvSpPr>
        <p:spPr>
          <a:xfrm>
            <a:off x="514350" y="5233071"/>
            <a:ext cx="5829300" cy="34487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kumimoji="1" lang="en-US" altLang="ko-KR" dirty="0"/>
              <a:t>{{CHART1_AREA}}</a:t>
            </a:r>
            <a:endParaRPr kumimoji="1" lang="ko-KR" altLang="en-US" dirty="0"/>
          </a:p>
        </p:txBody>
      </p:sp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5FEB9AFF-2C24-4876-73D5-A45A54599B70}"/>
              </a:ext>
            </a:extLst>
          </p:cNvPr>
          <p:cNvCxnSpPr>
            <a:cxnSpLocks/>
          </p:cNvCxnSpPr>
          <p:nvPr/>
        </p:nvCxnSpPr>
        <p:spPr>
          <a:xfrm>
            <a:off x="329089" y="472440"/>
            <a:ext cx="603599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[R] 9">
            <a:extLst>
              <a:ext uri="{FF2B5EF4-FFF2-40B4-BE49-F238E27FC236}">
                <a16:creationId xmlns:a16="http://schemas.microsoft.com/office/drawing/2014/main" id="{C62F2072-F63A-1ED1-E658-C8DF42A2A36B}"/>
              </a:ext>
            </a:extLst>
          </p:cNvPr>
          <p:cNvCxnSpPr>
            <a:cxnSpLocks/>
          </p:cNvCxnSpPr>
          <p:nvPr/>
        </p:nvCxnSpPr>
        <p:spPr>
          <a:xfrm>
            <a:off x="329089" y="9181397"/>
            <a:ext cx="603599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DEDEC4AA-D26A-E8D2-BB62-7BEED7943148}"/>
              </a:ext>
            </a:extLst>
          </p:cNvPr>
          <p:cNvCxnSpPr>
            <a:cxnSpLocks/>
          </p:cNvCxnSpPr>
          <p:nvPr/>
        </p:nvCxnSpPr>
        <p:spPr>
          <a:xfrm>
            <a:off x="6015037" y="9005434"/>
            <a:ext cx="0" cy="45028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[R] 12">
            <a:extLst>
              <a:ext uri="{FF2B5EF4-FFF2-40B4-BE49-F238E27FC236}">
                <a16:creationId xmlns:a16="http://schemas.microsoft.com/office/drawing/2014/main" id="{940070EE-0196-366B-777B-24DD3BC19043}"/>
              </a:ext>
            </a:extLst>
          </p:cNvPr>
          <p:cNvCxnSpPr>
            <a:cxnSpLocks/>
          </p:cNvCxnSpPr>
          <p:nvPr/>
        </p:nvCxnSpPr>
        <p:spPr>
          <a:xfrm>
            <a:off x="665797" y="257674"/>
            <a:ext cx="0" cy="45028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제목 1">
            <a:extLst>
              <a:ext uri="{FF2B5EF4-FFF2-40B4-BE49-F238E27FC236}">
                <a16:creationId xmlns:a16="http://schemas.microsoft.com/office/drawing/2014/main" id="{D8E6FE1D-1F5A-4BA3-9A6D-C05236673550}"/>
              </a:ext>
            </a:extLst>
          </p:cNvPr>
          <p:cNvSpPr txBox="1">
            <a:spLocks/>
          </p:cNvSpPr>
          <p:nvPr/>
        </p:nvSpPr>
        <p:spPr>
          <a:xfrm>
            <a:off x="888921" y="2154623"/>
            <a:ext cx="5157785" cy="4502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kumimoji="1" lang="en-US" altLang="ko-KR" dirty="0"/>
              <a:t>{{SUBTITLE1_AREA}}</a:t>
            </a:r>
            <a:endParaRPr kumimoji="1" lang="ko-KR" altLang="en-US" dirty="0"/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00D7C5F8-3A1A-5147-0A82-1DA9F48E7CFD}"/>
              </a:ext>
            </a:extLst>
          </p:cNvPr>
          <p:cNvSpPr txBox="1">
            <a:spLocks/>
          </p:cNvSpPr>
          <p:nvPr/>
        </p:nvSpPr>
        <p:spPr>
          <a:xfrm>
            <a:off x="888921" y="2734204"/>
            <a:ext cx="5157785" cy="16375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kumimoji="1" lang="en-US" altLang="ko-KR" dirty="0"/>
              <a:t>{{DESCRIPTION1_AREA}}</a:t>
            </a:r>
            <a:endParaRPr kumimoji="1" lang="ko-KR" altLang="en-US" dirty="0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AFEC665B-9D87-B18A-B2C2-9C2B1CA71291}"/>
              </a:ext>
            </a:extLst>
          </p:cNvPr>
          <p:cNvSpPr txBox="1">
            <a:spLocks/>
          </p:cNvSpPr>
          <p:nvPr/>
        </p:nvSpPr>
        <p:spPr>
          <a:xfrm>
            <a:off x="888921" y="602684"/>
            <a:ext cx="5157785" cy="12245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kumimoji="1" lang="en-US" altLang="ko-KR" dirty="0"/>
              <a:t>{{INTRO_AREA}}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67317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5EEFF-2D79-B506-4DE5-2A876E164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F7F30D-AA65-9CEB-D4A7-4FADC7F98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B195F-03BA-C749-AF34-26BDF452CFF6}" type="slidenum">
              <a:rPr kumimoji="1" lang="ko-KR" altLang="en-US" smtClean="0"/>
              <a:t>2</a:t>
            </a:fld>
            <a:endParaRPr kumimoji="1" lang="ko-KR" altLang="en-US"/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6BB77F51-F312-D976-CABE-110CE964594C}"/>
              </a:ext>
            </a:extLst>
          </p:cNvPr>
          <p:cNvSpPr/>
          <p:nvPr/>
        </p:nvSpPr>
        <p:spPr>
          <a:xfrm>
            <a:off x="857250" y="2042160"/>
            <a:ext cx="5143500" cy="3861824"/>
          </a:xfrm>
          <a:prstGeom prst="roundRect">
            <a:avLst>
              <a:gd name="adj" fmla="val 6012"/>
            </a:avLst>
          </a:prstGeom>
          <a:solidFill>
            <a:srgbClr val="F7D8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6F5438D1-80B5-D7C5-5442-45F9D6CFF56F}"/>
              </a:ext>
            </a:extLst>
          </p:cNvPr>
          <p:cNvSpPr txBox="1">
            <a:spLocks/>
          </p:cNvSpPr>
          <p:nvPr/>
        </p:nvSpPr>
        <p:spPr>
          <a:xfrm>
            <a:off x="514350" y="2322231"/>
            <a:ext cx="5829300" cy="34487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kumimoji="1" lang="en-US" altLang="ko-KR" dirty="0"/>
              <a:t>{{CHART2_AREA}}</a:t>
            </a:r>
            <a:endParaRPr kumimoji="1"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D007AAA-854F-3D37-4167-10953173FF1C}"/>
              </a:ext>
            </a:extLst>
          </p:cNvPr>
          <p:cNvSpPr txBox="1">
            <a:spLocks/>
          </p:cNvSpPr>
          <p:nvPr/>
        </p:nvSpPr>
        <p:spPr>
          <a:xfrm>
            <a:off x="888921" y="570124"/>
            <a:ext cx="5157785" cy="16375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kumimoji="1" lang="en-US" altLang="ko-KR" dirty="0"/>
              <a:t>{{DESCRIPTION2_AREA}}</a:t>
            </a:r>
            <a:endParaRPr kumimoji="1" lang="ko-KR" altLang="en-US" dirty="0"/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B4AB3D47-D074-D781-00F3-9224A3C891DF}"/>
              </a:ext>
            </a:extLst>
          </p:cNvPr>
          <p:cNvSpPr txBox="1">
            <a:spLocks/>
          </p:cNvSpPr>
          <p:nvPr/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AB195F-03BA-C749-AF34-26BDF452CFF6}" type="slidenum">
              <a:rPr kumimoji="1" lang="ko-KR" altLang="en-US" smtClean="0"/>
              <a:pPr/>
              <a:t>2</a:t>
            </a:fld>
            <a:endParaRPr kumimoji="1" lang="ko-KR" altLang="en-US"/>
          </a:p>
        </p:txBody>
      </p:sp>
      <p:cxnSp>
        <p:nvCxnSpPr>
          <p:cNvPr id="5" name="직선 연결선[R] 4">
            <a:extLst>
              <a:ext uri="{FF2B5EF4-FFF2-40B4-BE49-F238E27FC236}">
                <a16:creationId xmlns:a16="http://schemas.microsoft.com/office/drawing/2014/main" id="{3E421590-7C50-D334-0F84-479CE78AD758}"/>
              </a:ext>
            </a:extLst>
          </p:cNvPr>
          <p:cNvCxnSpPr>
            <a:cxnSpLocks/>
          </p:cNvCxnSpPr>
          <p:nvPr/>
        </p:nvCxnSpPr>
        <p:spPr>
          <a:xfrm>
            <a:off x="329089" y="472440"/>
            <a:ext cx="603599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[R] 7">
            <a:extLst>
              <a:ext uri="{FF2B5EF4-FFF2-40B4-BE49-F238E27FC236}">
                <a16:creationId xmlns:a16="http://schemas.microsoft.com/office/drawing/2014/main" id="{64F71E9D-4A84-F68C-4FE1-8F638B0A6647}"/>
              </a:ext>
            </a:extLst>
          </p:cNvPr>
          <p:cNvCxnSpPr>
            <a:cxnSpLocks/>
          </p:cNvCxnSpPr>
          <p:nvPr/>
        </p:nvCxnSpPr>
        <p:spPr>
          <a:xfrm>
            <a:off x="329089" y="9181397"/>
            <a:ext cx="603599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3610446F-6B9C-A9FB-5175-03BED5822F6E}"/>
              </a:ext>
            </a:extLst>
          </p:cNvPr>
          <p:cNvCxnSpPr>
            <a:cxnSpLocks/>
          </p:cNvCxnSpPr>
          <p:nvPr/>
        </p:nvCxnSpPr>
        <p:spPr>
          <a:xfrm>
            <a:off x="6015037" y="9005434"/>
            <a:ext cx="0" cy="45028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[R] 9">
            <a:extLst>
              <a:ext uri="{FF2B5EF4-FFF2-40B4-BE49-F238E27FC236}">
                <a16:creationId xmlns:a16="http://schemas.microsoft.com/office/drawing/2014/main" id="{47171FD1-11C5-F026-C7D1-C5B9B717F47F}"/>
              </a:ext>
            </a:extLst>
          </p:cNvPr>
          <p:cNvCxnSpPr>
            <a:cxnSpLocks/>
          </p:cNvCxnSpPr>
          <p:nvPr/>
        </p:nvCxnSpPr>
        <p:spPr>
          <a:xfrm>
            <a:off x="665797" y="257674"/>
            <a:ext cx="0" cy="45028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제목 1">
            <a:extLst>
              <a:ext uri="{FF2B5EF4-FFF2-40B4-BE49-F238E27FC236}">
                <a16:creationId xmlns:a16="http://schemas.microsoft.com/office/drawing/2014/main" id="{99CDE6A6-5B73-4CAA-95CA-3F53A40DEF4B}"/>
              </a:ext>
            </a:extLst>
          </p:cNvPr>
          <p:cNvSpPr txBox="1">
            <a:spLocks/>
          </p:cNvSpPr>
          <p:nvPr/>
        </p:nvSpPr>
        <p:spPr>
          <a:xfrm>
            <a:off x="768192" y="6557223"/>
            <a:ext cx="5157785" cy="16375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kumimoji="1" lang="en-US" altLang="ko-KR" dirty="0"/>
              <a:t>{{DESCRIPTION3_AREA}}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987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8570A-1145-4138-125E-D77D9F55D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09D5B2-9347-FFAE-BBC1-82A60D4AA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B195F-03BA-C749-AF34-26BDF452CFF6}" type="slidenum">
              <a:rPr kumimoji="1" lang="ko-KR" altLang="en-US" smtClean="0"/>
              <a:t>3</a:t>
            </a:fld>
            <a:endParaRPr kumimoji="1"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3F89B73-0DC9-D193-08F3-8573094B1CE6}"/>
              </a:ext>
            </a:extLst>
          </p:cNvPr>
          <p:cNvSpPr txBox="1">
            <a:spLocks/>
          </p:cNvSpPr>
          <p:nvPr/>
        </p:nvSpPr>
        <p:spPr>
          <a:xfrm>
            <a:off x="873087" y="768244"/>
            <a:ext cx="5157785" cy="16375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kumimoji="1" lang="en-US" altLang="ko-KR" dirty="0"/>
              <a:t>{{KEYWORD1_AREA}}</a:t>
            </a:r>
            <a:endParaRPr kumimoji="1" lang="ko-KR" altLang="en-US" dirty="0"/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8A3988B2-F224-FD48-7BA4-F3B78F1A88BD}"/>
              </a:ext>
            </a:extLst>
          </p:cNvPr>
          <p:cNvSpPr txBox="1">
            <a:spLocks/>
          </p:cNvSpPr>
          <p:nvPr/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AB195F-03BA-C749-AF34-26BDF452CFF6}" type="slidenum">
              <a:rPr kumimoji="1" lang="ko-KR" altLang="en-US" smtClean="0"/>
              <a:pPr/>
              <a:t>3</a:t>
            </a:fld>
            <a:endParaRPr kumimoji="1" lang="ko-KR" altLang="en-US"/>
          </a:p>
        </p:txBody>
      </p:sp>
      <p:cxnSp>
        <p:nvCxnSpPr>
          <p:cNvPr id="5" name="직선 연결선[R] 4">
            <a:extLst>
              <a:ext uri="{FF2B5EF4-FFF2-40B4-BE49-F238E27FC236}">
                <a16:creationId xmlns:a16="http://schemas.microsoft.com/office/drawing/2014/main" id="{A91EEB94-4B95-21B6-8351-724416BAA8A1}"/>
              </a:ext>
            </a:extLst>
          </p:cNvPr>
          <p:cNvCxnSpPr>
            <a:cxnSpLocks/>
          </p:cNvCxnSpPr>
          <p:nvPr/>
        </p:nvCxnSpPr>
        <p:spPr>
          <a:xfrm>
            <a:off x="329089" y="472440"/>
            <a:ext cx="603599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[R] 7">
            <a:extLst>
              <a:ext uri="{FF2B5EF4-FFF2-40B4-BE49-F238E27FC236}">
                <a16:creationId xmlns:a16="http://schemas.microsoft.com/office/drawing/2014/main" id="{071027C9-7AD2-C155-D33A-9BB67AB49FAC}"/>
              </a:ext>
            </a:extLst>
          </p:cNvPr>
          <p:cNvCxnSpPr>
            <a:cxnSpLocks/>
          </p:cNvCxnSpPr>
          <p:nvPr/>
        </p:nvCxnSpPr>
        <p:spPr>
          <a:xfrm>
            <a:off x="329089" y="9181397"/>
            <a:ext cx="603599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87876EA5-91BC-F1A8-92BC-C3C70E22B249}"/>
              </a:ext>
            </a:extLst>
          </p:cNvPr>
          <p:cNvCxnSpPr>
            <a:cxnSpLocks/>
          </p:cNvCxnSpPr>
          <p:nvPr/>
        </p:nvCxnSpPr>
        <p:spPr>
          <a:xfrm>
            <a:off x="6015037" y="9005434"/>
            <a:ext cx="0" cy="45028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[R] 9">
            <a:extLst>
              <a:ext uri="{FF2B5EF4-FFF2-40B4-BE49-F238E27FC236}">
                <a16:creationId xmlns:a16="http://schemas.microsoft.com/office/drawing/2014/main" id="{1C21F4C0-9B0E-21E4-5696-DBA2B1FC7463}"/>
              </a:ext>
            </a:extLst>
          </p:cNvPr>
          <p:cNvCxnSpPr>
            <a:cxnSpLocks/>
          </p:cNvCxnSpPr>
          <p:nvPr/>
        </p:nvCxnSpPr>
        <p:spPr>
          <a:xfrm>
            <a:off x="665797" y="257674"/>
            <a:ext cx="0" cy="45028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제목 1">
            <a:extLst>
              <a:ext uri="{FF2B5EF4-FFF2-40B4-BE49-F238E27FC236}">
                <a16:creationId xmlns:a16="http://schemas.microsoft.com/office/drawing/2014/main" id="{33DE1CFD-D98F-5CEF-796C-C2322DC52073}"/>
              </a:ext>
            </a:extLst>
          </p:cNvPr>
          <p:cNvSpPr txBox="1">
            <a:spLocks/>
          </p:cNvSpPr>
          <p:nvPr/>
        </p:nvSpPr>
        <p:spPr>
          <a:xfrm>
            <a:off x="873087" y="2014805"/>
            <a:ext cx="5157785" cy="16375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kumimoji="1" lang="en-US" altLang="ko-KR" dirty="0"/>
              <a:t>{{INSIGHT1_AREA}}</a:t>
            </a:r>
            <a:endParaRPr kumimoji="1" lang="ko-KR" altLang="en-US" dirty="0"/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9752BB15-F811-6A80-69DC-D5C3BBED4016}"/>
              </a:ext>
            </a:extLst>
          </p:cNvPr>
          <p:cNvSpPr txBox="1">
            <a:spLocks/>
          </p:cNvSpPr>
          <p:nvPr/>
        </p:nvSpPr>
        <p:spPr>
          <a:xfrm>
            <a:off x="873087" y="6840438"/>
            <a:ext cx="5157785" cy="16375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kumimoji="1" lang="en-US" altLang="ko-KR" dirty="0"/>
              <a:t>{{WORDCLOUD_OR_IMAGE_AREA}}</a:t>
            </a:r>
            <a:endParaRPr kumimoji="1" lang="ko-KR" altLang="en-US" dirty="0"/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A17580EB-73B0-EE02-4589-09BAE8F5681D}"/>
              </a:ext>
            </a:extLst>
          </p:cNvPr>
          <p:cNvSpPr txBox="1">
            <a:spLocks/>
          </p:cNvSpPr>
          <p:nvPr/>
        </p:nvSpPr>
        <p:spPr>
          <a:xfrm>
            <a:off x="857252" y="5019162"/>
            <a:ext cx="5157785" cy="16375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kumimoji="1" lang="en-US" altLang="ko-KR" dirty="0"/>
              <a:t>{{PRODUCT_AREA}}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1686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A2220-3E99-781C-AAD8-1BE4D13ED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24A36A-BCDB-B719-5B92-696E2EFD9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B195F-03BA-C749-AF34-26BDF452CFF6}" type="slidenum">
              <a:rPr kumimoji="1" lang="ko-KR" altLang="en-US" smtClean="0"/>
              <a:t>4</a:t>
            </a:fld>
            <a:endParaRPr kumimoji="1"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4FAFF2F-8EEE-C81C-86C6-C137A499B628}"/>
              </a:ext>
            </a:extLst>
          </p:cNvPr>
          <p:cNvSpPr txBox="1">
            <a:spLocks/>
          </p:cNvSpPr>
          <p:nvPr/>
        </p:nvSpPr>
        <p:spPr>
          <a:xfrm>
            <a:off x="873087" y="768244"/>
            <a:ext cx="5157785" cy="16375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kumimoji="1" lang="en-US" altLang="ko-KR" dirty="0"/>
              <a:t>{{KEYWORD2_AREA}}</a:t>
            </a:r>
            <a:endParaRPr kumimoji="1" lang="ko-KR" altLang="en-US" dirty="0"/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FA1462ED-42BB-41A2-A494-521F6159AF0D}"/>
              </a:ext>
            </a:extLst>
          </p:cNvPr>
          <p:cNvSpPr txBox="1">
            <a:spLocks/>
          </p:cNvSpPr>
          <p:nvPr/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AB195F-03BA-C749-AF34-26BDF452CFF6}" type="slidenum">
              <a:rPr kumimoji="1" lang="ko-KR" altLang="en-US" smtClean="0"/>
              <a:pPr/>
              <a:t>4</a:t>
            </a:fld>
            <a:endParaRPr kumimoji="1" lang="ko-KR" altLang="en-US"/>
          </a:p>
        </p:txBody>
      </p:sp>
      <p:cxnSp>
        <p:nvCxnSpPr>
          <p:cNvPr id="5" name="직선 연결선[R] 4">
            <a:extLst>
              <a:ext uri="{FF2B5EF4-FFF2-40B4-BE49-F238E27FC236}">
                <a16:creationId xmlns:a16="http://schemas.microsoft.com/office/drawing/2014/main" id="{D42E49A9-C622-C25A-A14A-CFCB6C64A682}"/>
              </a:ext>
            </a:extLst>
          </p:cNvPr>
          <p:cNvCxnSpPr>
            <a:cxnSpLocks/>
          </p:cNvCxnSpPr>
          <p:nvPr/>
        </p:nvCxnSpPr>
        <p:spPr>
          <a:xfrm>
            <a:off x="329089" y="472440"/>
            <a:ext cx="603599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[R] 7">
            <a:extLst>
              <a:ext uri="{FF2B5EF4-FFF2-40B4-BE49-F238E27FC236}">
                <a16:creationId xmlns:a16="http://schemas.microsoft.com/office/drawing/2014/main" id="{E80CD69A-F133-216C-A51E-0108B6CD620D}"/>
              </a:ext>
            </a:extLst>
          </p:cNvPr>
          <p:cNvCxnSpPr>
            <a:cxnSpLocks/>
          </p:cNvCxnSpPr>
          <p:nvPr/>
        </p:nvCxnSpPr>
        <p:spPr>
          <a:xfrm>
            <a:off x="329089" y="9181397"/>
            <a:ext cx="603599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9E547DE7-9CC4-17C5-2FB6-9CF9E67FF7B4}"/>
              </a:ext>
            </a:extLst>
          </p:cNvPr>
          <p:cNvCxnSpPr>
            <a:cxnSpLocks/>
          </p:cNvCxnSpPr>
          <p:nvPr/>
        </p:nvCxnSpPr>
        <p:spPr>
          <a:xfrm>
            <a:off x="6015037" y="9005434"/>
            <a:ext cx="0" cy="45028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[R] 9">
            <a:extLst>
              <a:ext uri="{FF2B5EF4-FFF2-40B4-BE49-F238E27FC236}">
                <a16:creationId xmlns:a16="http://schemas.microsoft.com/office/drawing/2014/main" id="{55D2CA12-290C-CE2C-AB17-CBC03414B5FB}"/>
              </a:ext>
            </a:extLst>
          </p:cNvPr>
          <p:cNvCxnSpPr>
            <a:cxnSpLocks/>
          </p:cNvCxnSpPr>
          <p:nvPr/>
        </p:nvCxnSpPr>
        <p:spPr>
          <a:xfrm>
            <a:off x="665797" y="257674"/>
            <a:ext cx="0" cy="45028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제목 1">
            <a:extLst>
              <a:ext uri="{FF2B5EF4-FFF2-40B4-BE49-F238E27FC236}">
                <a16:creationId xmlns:a16="http://schemas.microsoft.com/office/drawing/2014/main" id="{2D762134-2953-D096-85B0-9064551D79D7}"/>
              </a:ext>
            </a:extLst>
          </p:cNvPr>
          <p:cNvSpPr txBox="1">
            <a:spLocks/>
          </p:cNvSpPr>
          <p:nvPr/>
        </p:nvSpPr>
        <p:spPr>
          <a:xfrm>
            <a:off x="873087" y="2014805"/>
            <a:ext cx="5157785" cy="16375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kumimoji="1" lang="en-US" altLang="ko-KR" dirty="0"/>
              <a:t>{{INSIGHT2_AREA}}</a:t>
            </a:r>
            <a:endParaRPr kumimoji="1" lang="ko-KR" altLang="en-US" dirty="0"/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62610A39-6F98-27DF-5E5E-E03069D8EE72}"/>
              </a:ext>
            </a:extLst>
          </p:cNvPr>
          <p:cNvSpPr txBox="1">
            <a:spLocks/>
          </p:cNvSpPr>
          <p:nvPr/>
        </p:nvSpPr>
        <p:spPr>
          <a:xfrm>
            <a:off x="873087" y="6840438"/>
            <a:ext cx="5157785" cy="16375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kumimoji="1" lang="en-US" altLang="ko-KR" dirty="0"/>
              <a:t>{{WORDCLOUD_OR_IMAGE_AREA_2}}</a:t>
            </a:r>
            <a:endParaRPr kumimoji="1" lang="ko-KR" altLang="en-US" dirty="0"/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494FC94C-7109-562D-6A15-C9C621730D58}"/>
              </a:ext>
            </a:extLst>
          </p:cNvPr>
          <p:cNvSpPr txBox="1">
            <a:spLocks/>
          </p:cNvSpPr>
          <p:nvPr/>
        </p:nvSpPr>
        <p:spPr>
          <a:xfrm>
            <a:off x="857252" y="5019162"/>
            <a:ext cx="5157785" cy="16375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kumimoji="1" lang="en-US" altLang="ko-KR" dirty="0"/>
              <a:t>{{PRODUCT_AREA}}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472437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14871-3D2F-0B87-7FAB-5F2473885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5D6BBD-5FBD-2CA3-F559-D663C2FC5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B195F-03BA-C749-AF34-26BDF452CFF6}" type="slidenum">
              <a:rPr kumimoji="1" lang="ko-KR" altLang="en-US" smtClean="0"/>
              <a:t>5</a:t>
            </a:fld>
            <a:endParaRPr kumimoji="1"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629F750-45D8-3F7A-2952-4CAA8122B921}"/>
              </a:ext>
            </a:extLst>
          </p:cNvPr>
          <p:cNvSpPr txBox="1">
            <a:spLocks/>
          </p:cNvSpPr>
          <p:nvPr/>
        </p:nvSpPr>
        <p:spPr>
          <a:xfrm>
            <a:off x="873087" y="768243"/>
            <a:ext cx="5157785" cy="3590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kumimoji="1" lang="en-US" altLang="ko-KR" dirty="0"/>
              <a:t>{{ANALYSIS_AREA}}</a:t>
            </a:r>
            <a:endParaRPr kumimoji="1" lang="ko-KR" altLang="en-US" dirty="0"/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397A1343-6349-73BE-8FC3-760AC61C8C64}"/>
              </a:ext>
            </a:extLst>
          </p:cNvPr>
          <p:cNvSpPr txBox="1">
            <a:spLocks/>
          </p:cNvSpPr>
          <p:nvPr/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AB195F-03BA-C749-AF34-26BDF452CFF6}" type="slidenum">
              <a:rPr kumimoji="1" lang="ko-KR" altLang="en-US" smtClean="0"/>
              <a:pPr/>
              <a:t>5</a:t>
            </a:fld>
            <a:endParaRPr kumimoji="1" lang="ko-KR" altLang="en-US"/>
          </a:p>
        </p:txBody>
      </p:sp>
      <p:cxnSp>
        <p:nvCxnSpPr>
          <p:cNvPr id="5" name="직선 연결선[R] 4">
            <a:extLst>
              <a:ext uri="{FF2B5EF4-FFF2-40B4-BE49-F238E27FC236}">
                <a16:creationId xmlns:a16="http://schemas.microsoft.com/office/drawing/2014/main" id="{1CFDA332-F29A-4275-25C7-B26ABD5F68D5}"/>
              </a:ext>
            </a:extLst>
          </p:cNvPr>
          <p:cNvCxnSpPr>
            <a:cxnSpLocks/>
          </p:cNvCxnSpPr>
          <p:nvPr/>
        </p:nvCxnSpPr>
        <p:spPr>
          <a:xfrm>
            <a:off x="329089" y="472440"/>
            <a:ext cx="603599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[R] 7">
            <a:extLst>
              <a:ext uri="{FF2B5EF4-FFF2-40B4-BE49-F238E27FC236}">
                <a16:creationId xmlns:a16="http://schemas.microsoft.com/office/drawing/2014/main" id="{F611C3CF-D5DE-0B21-D323-1883DFA35FCE}"/>
              </a:ext>
            </a:extLst>
          </p:cNvPr>
          <p:cNvCxnSpPr>
            <a:cxnSpLocks/>
          </p:cNvCxnSpPr>
          <p:nvPr/>
        </p:nvCxnSpPr>
        <p:spPr>
          <a:xfrm>
            <a:off x="329089" y="9181397"/>
            <a:ext cx="603599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3E1123EA-1C6E-92C7-59ED-4232D11F088B}"/>
              </a:ext>
            </a:extLst>
          </p:cNvPr>
          <p:cNvCxnSpPr>
            <a:cxnSpLocks/>
          </p:cNvCxnSpPr>
          <p:nvPr/>
        </p:nvCxnSpPr>
        <p:spPr>
          <a:xfrm>
            <a:off x="6015037" y="9005434"/>
            <a:ext cx="0" cy="45028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[R] 9">
            <a:extLst>
              <a:ext uri="{FF2B5EF4-FFF2-40B4-BE49-F238E27FC236}">
                <a16:creationId xmlns:a16="http://schemas.microsoft.com/office/drawing/2014/main" id="{2D4CD3A3-DF53-D031-559E-A953B7250189}"/>
              </a:ext>
            </a:extLst>
          </p:cNvPr>
          <p:cNvCxnSpPr>
            <a:cxnSpLocks/>
          </p:cNvCxnSpPr>
          <p:nvPr/>
        </p:nvCxnSpPr>
        <p:spPr>
          <a:xfrm>
            <a:off x="665797" y="257674"/>
            <a:ext cx="0" cy="45028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63405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85</TotalTime>
  <Words>108</Words>
  <Application>Microsoft Macintosh PowerPoint</Application>
  <PresentationFormat>A4 용지(210x297mm)</PresentationFormat>
  <Paragraphs>30</Paragraphs>
  <Slides>6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맑은 고딕</vt:lpstr>
      <vt:lpstr>Kai</vt:lpstr>
      <vt:lpstr>Aptos</vt:lpstr>
      <vt:lpstr>Aptos Display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전진하(롯데쇼핑e커머스-AI-TFT)</dc:creator>
  <cp:lastModifiedBy>전진하(롯데쇼핑e커머스-AI-TFT)</cp:lastModifiedBy>
  <cp:revision>11</cp:revision>
  <dcterms:created xsi:type="dcterms:W3CDTF">2025-11-07T06:49:41Z</dcterms:created>
  <dcterms:modified xsi:type="dcterms:W3CDTF">2025-11-13T01:54:19Z</dcterms:modified>
</cp:coreProperties>
</file>