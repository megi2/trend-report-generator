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8DD"/>
    <a:srgbClr val="E9D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81"/>
  </p:normalViewPr>
  <p:slideViewPr>
    <p:cSldViewPr snapToGrid="0">
      <p:cViewPr>
        <p:scale>
          <a:sx n="100" d="100"/>
          <a:sy n="100" d="100"/>
        </p:scale>
        <p:origin x="39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DB58-268E-3A44-AA08-B1D4513E02A0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B6AFD-9ECA-F74E-A7DC-60C28F4789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154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7462B-666A-5448-B324-A93AC6F5F496}" type="slidenum">
              <a:rPr kumimoji="1" lang="ko-KR" altLang="en-US" smtClean="0"/>
              <a:t>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855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6AFD-9ECA-F74E-A7DC-60C28F47899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7506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A7D5-037B-BD25-43DB-33877C91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C946D1-74C1-40BD-3B2B-2B8AAE203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7B86D5-BFF0-5820-63ED-9AB1636F7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750C1-C960-4812-6AB2-93FD225E4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6AFD-9ECA-F74E-A7DC-60C28F47899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205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4915-B0B0-C24B-ADB9-FBDC91CA6318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764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BE63-E0E5-094D-A41D-AEBD61B0792E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30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6A242-5867-F549-BE85-1BC8DCFF29F1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51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D547-C91D-B24D-BBAF-8887F31409E4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915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7CDB-878E-4F4C-BA37-C919B8D96BD5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457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422F7-E4DC-674C-9C4F-276B8E658E1C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800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F3B55-6393-B545-AC52-EDF62652B91D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521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63EF-876E-3B44-8298-663BAE499CA8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514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D04F5-A6C9-A640-A398-D901B3470055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500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F8D5-CA4E-2B47-87AA-893F0D851CCD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307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B68F-A2D0-1B4A-8E5D-CAB6B1B056A8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099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4CCD8-D544-8742-B4EF-C513C6B12AF9}" type="datetime1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B195F-03BA-C749-AF34-26BDF452CF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668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32B64A-FDA3-0440-A4EF-3D5F0B9904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7711440"/>
            <a:ext cx="2605075" cy="2593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1573C8-26A7-0208-76ED-9D6A5E948BB4}"/>
              </a:ext>
            </a:extLst>
          </p:cNvPr>
          <p:cNvSpPr txBox="1"/>
          <p:nvPr/>
        </p:nvSpPr>
        <p:spPr>
          <a:xfrm>
            <a:off x="235130" y="8033657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chemeClr val="bg1"/>
                </a:solidFill>
                <a:latin typeface="Kai" pitchFamily="2" charset="-122"/>
              </a:rPr>
              <a:t>{{TITLE_AREA}}</a:t>
            </a:r>
            <a:endParaRPr kumimoji="1" lang="ko-KR" altLang="en-US" sz="3200" b="1" dirty="0">
              <a:solidFill>
                <a:schemeClr val="bg1"/>
              </a:solidFill>
              <a:latin typeface="Kai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156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B967F-1C85-6D68-1B87-2655EE9C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1</a:t>
            </a:fld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13E3647-BF26-8F98-37C3-4BFF16B5331E}"/>
              </a:ext>
            </a:extLst>
          </p:cNvPr>
          <p:cNvSpPr/>
          <p:nvPr/>
        </p:nvSpPr>
        <p:spPr>
          <a:xfrm>
            <a:off x="857250" y="4820003"/>
            <a:ext cx="5143500" cy="3861824"/>
          </a:xfrm>
          <a:prstGeom prst="roundRect">
            <a:avLst>
              <a:gd name="adj" fmla="val 6012"/>
            </a:avLst>
          </a:prstGeom>
          <a:solidFill>
            <a:srgbClr val="F7D8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7FCB1-34E1-0DAD-D3F7-F9996364AA5D}"/>
              </a:ext>
            </a:extLst>
          </p:cNvPr>
          <p:cNvSpPr txBox="1">
            <a:spLocks/>
          </p:cNvSpPr>
          <p:nvPr/>
        </p:nvSpPr>
        <p:spPr>
          <a:xfrm>
            <a:off x="514350" y="5233071"/>
            <a:ext cx="5829300" cy="3448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{{CHART_AREA}}</a:t>
            </a:r>
            <a:endParaRPr kumimoji="1" lang="ko-KR" altLang="en-US" dirty="0"/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5FEB9AFF-2C24-4876-73D5-A45A54599B70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C62F2072-F63A-1ED1-E658-C8DF42A2A36B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EDEC4AA-D26A-E8D2-BB62-7BEED7943148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940070EE-0196-366B-777B-24DD3BC19043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D8E6FE1D-1F5A-4BA3-9A6D-C05236673550}"/>
              </a:ext>
            </a:extLst>
          </p:cNvPr>
          <p:cNvSpPr txBox="1">
            <a:spLocks/>
          </p:cNvSpPr>
          <p:nvPr/>
        </p:nvSpPr>
        <p:spPr>
          <a:xfrm>
            <a:off x="888921" y="2154623"/>
            <a:ext cx="5157785" cy="450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sz="3200" dirty="0"/>
              <a:t>{{SUBTITLE1_AREA}}</a:t>
            </a:r>
            <a:endParaRPr kumimoji="1" lang="ko-KR" altLang="en-US" sz="3200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0D7C5F8-3A1A-5147-0A82-1DA9F48E7CFD}"/>
              </a:ext>
            </a:extLst>
          </p:cNvPr>
          <p:cNvSpPr txBox="1">
            <a:spLocks/>
          </p:cNvSpPr>
          <p:nvPr/>
        </p:nvSpPr>
        <p:spPr>
          <a:xfrm>
            <a:off x="888921" y="273420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{{DESCRIPTION1_AREA}}</a:t>
            </a:r>
            <a:endParaRPr kumimoji="1" lang="ko-KR" alt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AFEC665B-9D87-B18A-B2C2-9C2B1CA71291}"/>
              </a:ext>
            </a:extLst>
          </p:cNvPr>
          <p:cNvSpPr txBox="1">
            <a:spLocks/>
          </p:cNvSpPr>
          <p:nvPr/>
        </p:nvSpPr>
        <p:spPr>
          <a:xfrm>
            <a:off x="888921" y="602684"/>
            <a:ext cx="5157785" cy="1224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{{INTRO_AREA}}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31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EEFF-2D79-B506-4DE5-2A876E16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F7F30D-AA65-9CEB-D4A7-4FADC7F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BB77F51-F312-D976-CABE-110CE964594C}"/>
              </a:ext>
            </a:extLst>
          </p:cNvPr>
          <p:cNvSpPr/>
          <p:nvPr/>
        </p:nvSpPr>
        <p:spPr>
          <a:xfrm>
            <a:off x="857250" y="1341120"/>
            <a:ext cx="5143500" cy="3861824"/>
          </a:xfrm>
          <a:prstGeom prst="roundRect">
            <a:avLst>
              <a:gd name="adj" fmla="val 6012"/>
            </a:avLst>
          </a:prstGeom>
          <a:solidFill>
            <a:srgbClr val="F7D8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5438D1-80B5-D7C5-5442-45F9D6CFF56F}"/>
              </a:ext>
            </a:extLst>
          </p:cNvPr>
          <p:cNvSpPr txBox="1">
            <a:spLocks/>
          </p:cNvSpPr>
          <p:nvPr/>
        </p:nvSpPr>
        <p:spPr>
          <a:xfrm>
            <a:off x="514350" y="1621191"/>
            <a:ext cx="5829300" cy="3448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{{CHART_AREA}}</a:t>
            </a:r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007AAA-854F-3D37-4167-10953173FF1C}"/>
              </a:ext>
            </a:extLst>
          </p:cNvPr>
          <p:cNvSpPr txBox="1">
            <a:spLocks/>
          </p:cNvSpPr>
          <p:nvPr/>
        </p:nvSpPr>
        <p:spPr>
          <a:xfrm>
            <a:off x="888921" y="553836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{{DESCRIPTION2_AREA}}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4AB3D47-D074-D781-00F3-9224A3C891D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2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E421590-7C50-D334-0F84-479CE78AD758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64F71E9D-4A84-F68C-4FE1-8F638B0A6647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610446F-6B9C-A9FB-5175-03BED5822F6E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47171FD1-11C5-F026-C7D1-C5B9B717F47F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8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570A-1145-4138-125E-D77D9F55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9D5B2-9347-FFAE-BBC1-82A60D4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F89B73-0DC9-D193-08F3-8573094B1CE6}"/>
              </a:ext>
            </a:extLst>
          </p:cNvPr>
          <p:cNvSpPr txBox="1">
            <a:spLocks/>
          </p:cNvSpPr>
          <p:nvPr/>
        </p:nvSpPr>
        <p:spPr>
          <a:xfrm>
            <a:off x="841646" y="768244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{{INSIGHT_TITLE1_AREA}}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A3988B2-F224-FD48-7BA4-F3B78F1A88BD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3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A91EEB94-4B95-21B6-8351-724416BAA8A1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071027C9-7AD2-C155-D33A-9BB67AB49FAC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87876EA5-91BC-F1A8-92BC-C3C70E22B249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1C21F4C0-9B0E-21E4-5696-DBA2B1FC7463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33DE1CFD-D98F-5CEF-796C-C2322DC52073}"/>
              </a:ext>
            </a:extLst>
          </p:cNvPr>
          <p:cNvSpPr txBox="1">
            <a:spLocks/>
          </p:cNvSpPr>
          <p:nvPr/>
        </p:nvSpPr>
        <p:spPr>
          <a:xfrm>
            <a:off x="841646" y="2488286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{{INSIGHT1_AREA}}</a:t>
            </a:r>
            <a:endParaRPr kumimoji="1"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752BB15-F811-6A80-69DC-D5C3BBED4016}"/>
              </a:ext>
            </a:extLst>
          </p:cNvPr>
          <p:cNvSpPr txBox="1">
            <a:spLocks/>
          </p:cNvSpPr>
          <p:nvPr/>
        </p:nvSpPr>
        <p:spPr>
          <a:xfrm>
            <a:off x="841646" y="6840438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{{INSIGHT2_AREA}}</a:t>
            </a:r>
            <a:endParaRPr kumimoji="1"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17580EB-73B0-EE02-4589-09BAE8F5681D}"/>
              </a:ext>
            </a:extLst>
          </p:cNvPr>
          <p:cNvSpPr txBox="1">
            <a:spLocks/>
          </p:cNvSpPr>
          <p:nvPr/>
        </p:nvSpPr>
        <p:spPr>
          <a:xfrm>
            <a:off x="841646" y="3836921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{{IMAGE_AREA}}</a:t>
            </a:r>
            <a:endParaRPr kumimoji="1"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926E276-0958-0BD2-5EAC-38D94812533A}"/>
              </a:ext>
            </a:extLst>
          </p:cNvPr>
          <p:cNvSpPr txBox="1">
            <a:spLocks/>
          </p:cNvSpPr>
          <p:nvPr/>
        </p:nvSpPr>
        <p:spPr>
          <a:xfrm>
            <a:off x="841646" y="5336843"/>
            <a:ext cx="5157785" cy="163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{{INSIGHT_TITLE2_AREA}}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68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4871-3D2F-0B87-7FAB-5F247388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5D6BBD-5FBD-2CA3-F559-D663C2FC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B195F-03BA-C749-AF34-26BDF452CFF6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29F750-45D8-3F7A-2952-4CAA8122B921}"/>
              </a:ext>
            </a:extLst>
          </p:cNvPr>
          <p:cNvSpPr txBox="1">
            <a:spLocks/>
          </p:cNvSpPr>
          <p:nvPr/>
        </p:nvSpPr>
        <p:spPr>
          <a:xfrm>
            <a:off x="873087" y="768243"/>
            <a:ext cx="5157785" cy="3590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dirty="0"/>
              <a:t>{{ANALYSIS_AREA}}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97A1343-6349-73BE-8FC3-760AC61C8C64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B195F-03BA-C749-AF34-26BDF452CFF6}" type="slidenum">
              <a:rPr kumimoji="1" lang="ko-KR" altLang="en-US" smtClean="0"/>
              <a:pPr/>
              <a:t>4</a:t>
            </a:fld>
            <a:endParaRPr kumimoji="1" lang="ko-KR" altLang="en-US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1CFDA332-F29A-4275-25C7-B26ABD5F68D5}"/>
              </a:ext>
            </a:extLst>
          </p:cNvPr>
          <p:cNvCxnSpPr>
            <a:cxnSpLocks/>
          </p:cNvCxnSpPr>
          <p:nvPr/>
        </p:nvCxnSpPr>
        <p:spPr>
          <a:xfrm>
            <a:off x="329089" y="472440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611C3CF-D5DE-0B21-D323-1883DFA35FCE}"/>
              </a:ext>
            </a:extLst>
          </p:cNvPr>
          <p:cNvCxnSpPr>
            <a:cxnSpLocks/>
          </p:cNvCxnSpPr>
          <p:nvPr/>
        </p:nvCxnSpPr>
        <p:spPr>
          <a:xfrm>
            <a:off x="329089" y="9181397"/>
            <a:ext cx="60359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E1123EA-1C6E-92C7-59ED-4232D11F088B}"/>
              </a:ext>
            </a:extLst>
          </p:cNvPr>
          <p:cNvCxnSpPr>
            <a:cxnSpLocks/>
          </p:cNvCxnSpPr>
          <p:nvPr/>
        </p:nvCxnSpPr>
        <p:spPr>
          <a:xfrm>
            <a:off x="6015037" y="900543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2D4CD3A3-DF53-D031-559E-A953B7250189}"/>
              </a:ext>
            </a:extLst>
          </p:cNvPr>
          <p:cNvCxnSpPr>
            <a:cxnSpLocks/>
          </p:cNvCxnSpPr>
          <p:nvPr/>
        </p:nvCxnSpPr>
        <p:spPr>
          <a:xfrm>
            <a:off x="665797" y="257674"/>
            <a:ext cx="0" cy="4502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34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596</TotalTime>
  <Words>79</Words>
  <Application>Microsoft Macintosh PowerPoint</Application>
  <PresentationFormat>A4 용지(210x297mm)</PresentationFormat>
  <Paragraphs>23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Kai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전진하(롯데쇼핑e커머스-AI-TFT)</dc:creator>
  <cp:lastModifiedBy>전진하(롯데쇼핑e커머스-AI-TFT)</cp:lastModifiedBy>
  <cp:revision>9</cp:revision>
  <dcterms:created xsi:type="dcterms:W3CDTF">2025-11-07T06:49:41Z</dcterms:created>
  <dcterms:modified xsi:type="dcterms:W3CDTF">2025-11-12T08:47:08Z</dcterms:modified>
</cp:coreProperties>
</file>